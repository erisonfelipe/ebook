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2" r:id="rId6"/>
    <p:sldId id="265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23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BE5209"/>
    <a:srgbClr val="744040"/>
    <a:srgbClr val="4B2929"/>
    <a:srgbClr val="C60200"/>
    <a:srgbClr val="2E2222"/>
    <a:srgbClr val="820100"/>
    <a:srgbClr val="C10100"/>
    <a:srgbClr val="D6BA32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40" d="100"/>
          <a:sy n="40" d="100"/>
        </p:scale>
        <p:origin x="2220" y="48"/>
      </p:cViewPr>
      <p:guideLst>
        <p:guide orient="horz" pos="6323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23FFE-26BA-4E6A-9FB4-9BED2A09721C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DCBD-62C3-4917-9709-1049C479E4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51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402282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804565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1206848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609131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2011413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2413695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2815978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3218261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1CD7-8A5A-4701-BC73-5409FF4D7422}" type="datetime1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50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F176-99E5-4F00-8D39-7F791E67987D}" type="datetime1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21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8D1B-CFC6-4046-BF1B-30B0AE9239AD}" type="datetime1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852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143E1-E805-443A-9021-7D10ED6BF496}" type="datetime1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A3C0-4D8B-4DC7-92A0-93344BB08F47}" type="datetime1">
              <a:rPr lang="pt-BR" smtClean="0"/>
              <a:t>23/05/2024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79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2EE2-800C-431D-87B7-63BC0BB88658}" type="datetime1">
              <a:rPr lang="pt-BR" smtClean="0"/>
              <a:t>23/05/2024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83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3338-A080-4307-8AD2-10AACD9CC0C6}" type="datetime1">
              <a:rPr lang="pt-BR" smtClean="0"/>
              <a:t>23/05/2024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51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C9D3-3244-48FF-B904-B0F6923B1C9C}" type="datetime1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75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30B6-DE32-4EC0-ABC1-D89B011A6276}" type="datetime1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62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70C3-468C-423B-8395-B6D94E301340}" type="datetime1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76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7C21-BA5A-4068-B624-624063E11F54}" type="datetime1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64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AB67C-C100-4AA6-BED6-9036C6D0E73A}" type="datetime1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smtClean="0"/>
              <a:t>Comandos JavaScript para Ninjas - Erison Felipe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964CF-BB7F-4547-B110-5EB3288632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73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995680" y="3840480"/>
            <a:ext cx="7858760" cy="7965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0688" tIns="85344" rIns="170688" bIns="853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3360"/>
          </a:p>
        </p:txBody>
      </p:sp>
      <p:sp>
        <p:nvSpPr>
          <p:cNvPr id="5" name="Retângulo 4"/>
          <p:cNvSpPr/>
          <p:nvPr/>
        </p:nvSpPr>
        <p:spPr>
          <a:xfrm>
            <a:off x="124460" y="0"/>
            <a:ext cx="9601200" cy="12801600"/>
          </a:xfrm>
          <a:prstGeom prst="rect">
            <a:avLst/>
          </a:prstGeom>
          <a:solidFill>
            <a:srgbClr val="C60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0688" tIns="85344" rIns="170688" bIns="853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336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221" y="3840480"/>
            <a:ext cx="6189679" cy="54772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CaixaDeTexto 14"/>
          <p:cNvSpPr txBox="1"/>
          <p:nvPr/>
        </p:nvSpPr>
        <p:spPr>
          <a:xfrm flipH="1">
            <a:off x="181050" y="1060681"/>
            <a:ext cx="9488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JavaScript</a:t>
            </a:r>
            <a:endParaRPr lang="pt-BR" sz="7200" b="1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941221" y="11098034"/>
            <a:ext cx="7967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Dominando o Caminho da Programação e o Sharingan do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414648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71775" y="6437313"/>
            <a:ext cx="5878830" cy="5816600"/>
          </a:xfrm>
        </p:spPr>
        <p:txBody>
          <a:bodyPr/>
          <a:lstStyle/>
          <a:p>
            <a:pPr marL="0" indent="0" algn="ctr">
              <a:buNone/>
            </a:pPr>
            <a:r>
              <a:rPr lang="pt-BR" sz="2400" dirty="0"/>
              <a:t>JavaScript é uma linguagem poderosa que, assim como os ninjas de Naruto, possui técnicas essenciais para realizar tarefas complexas e eficientes. Neste </a:t>
            </a:r>
            <a:r>
              <a:rPr lang="pt-BR" sz="2400" dirty="0" smtClean="0"/>
              <a:t>e-book, </a:t>
            </a:r>
            <a:r>
              <a:rPr lang="pt-BR" sz="2400" dirty="0"/>
              <a:t>vamos explorar os principais comandos de JavaScript, comparando-os com habilidades ninja, e aprender como usá-los em situações reais.</a:t>
            </a:r>
            <a:endParaRPr lang="pt-BR" sz="3200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704674" y="1440513"/>
            <a:ext cx="8013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Elephant" panose="02020904090505020303" pitchFamily="18" charset="0"/>
              </a:rPr>
              <a:t>JavaScript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28670" y="3731164"/>
            <a:ext cx="67650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+mj-lt"/>
              </a:rPr>
              <a:t>Dominando o Sharingan no Caminho do Ninja</a:t>
            </a:r>
            <a:endParaRPr lang="pt-BR" sz="32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77" y="9906906"/>
            <a:ext cx="2679426" cy="2347007"/>
          </a:xfrm>
          <a:prstGeom prst="rect">
            <a:avLst/>
          </a:prstGeom>
        </p:spPr>
      </p:pic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>
          <a:xfrm>
            <a:off x="7440930" y="1191312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2</a:t>
            </a:fld>
            <a:endParaRPr lang="pt-BR" sz="4000" dirty="0">
              <a:solidFill>
                <a:srgbClr val="CC0000"/>
              </a:solidFill>
            </a:endParaRPr>
          </a:p>
        </p:txBody>
      </p:sp>
      <p:sp>
        <p:nvSpPr>
          <p:cNvPr id="9" name="Estrela de 4 Pontas 8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36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O JUTSU DE COMUNICAÇÃO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01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48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81263" y="5590927"/>
            <a:ext cx="5878830" cy="3067634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Assim como Naruto usa seu "Sexy </a:t>
            </a:r>
            <a:r>
              <a:rPr lang="pt-BR" sz="2400" dirty="0" err="1"/>
              <a:t>Jutsu</a:t>
            </a:r>
            <a:r>
              <a:rPr lang="pt-BR" sz="2400" dirty="0"/>
              <a:t>" para chamar atenção, o comando console.log() é essencial para exibir mensagens no console, ajudando a depurar e entender o comportamento do seu código.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81263" y="1440513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1. console.log</a:t>
            </a:r>
            <a:r>
              <a:rPr lang="pt-BR" sz="6000" dirty="0" smtClean="0">
                <a:latin typeface="Elephant" panose="02020904090505020303" pitchFamily="18" charset="0"/>
              </a:rPr>
              <a:t>( ):</a:t>
            </a:r>
            <a:endParaRPr lang="pt-BR" sz="6000" dirty="0">
              <a:latin typeface="Elephant" panose="02020904090505020303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81263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O </a:t>
            </a:r>
            <a:r>
              <a:rPr lang="pt-BR" sz="3200" b="1" dirty="0" err="1">
                <a:latin typeface="+mj-lt"/>
              </a:rPr>
              <a:t>Jutsu</a:t>
            </a:r>
            <a:r>
              <a:rPr lang="pt-BR" sz="3200" b="1" dirty="0">
                <a:latin typeface="+mj-lt"/>
              </a:rPr>
              <a:t> de Comunicação</a:t>
            </a:r>
            <a:endParaRPr lang="pt-BR" sz="32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8850707"/>
            <a:ext cx="8477334" cy="1082842"/>
          </a:xfrm>
          <a:prstGeom prst="rect">
            <a:avLst/>
          </a:prstGeom>
        </p:spPr>
      </p:pic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4</a:t>
            </a:fld>
            <a:endParaRPr lang="pt-BR" sz="4000" dirty="0">
              <a:solidFill>
                <a:srgbClr val="CC0000"/>
              </a:solidFill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1" y="10279084"/>
            <a:ext cx="1652534" cy="1447515"/>
          </a:xfrm>
          <a:prstGeom prst="rect">
            <a:avLst/>
          </a:prstGeom>
        </p:spPr>
      </p:pic>
      <p:sp>
        <p:nvSpPr>
          <p:cNvPr id="12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5" name="Estrela de 4 Pontas 14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08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0083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433138" y="7809217"/>
            <a:ext cx="8734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CLONES DAS SOMBRAS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118937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02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49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72409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Os comandos </a:t>
            </a:r>
            <a:r>
              <a:rPr lang="pt-BR" sz="2400" dirty="0" err="1"/>
              <a:t>let</a:t>
            </a:r>
            <a:r>
              <a:rPr lang="pt-BR" sz="2400" dirty="0"/>
              <a:t> e </a:t>
            </a:r>
            <a:r>
              <a:rPr lang="pt-BR" sz="2400" dirty="0" err="1"/>
              <a:t>const</a:t>
            </a:r>
            <a:r>
              <a:rPr lang="pt-BR" sz="2400" dirty="0"/>
              <a:t> são usados para declarar variáveis em JavaScript. Pense neles como o </a:t>
            </a:r>
            <a:r>
              <a:rPr lang="pt-BR" sz="2400" dirty="0" err="1"/>
              <a:t>Jutsu</a:t>
            </a:r>
            <a:r>
              <a:rPr lang="pt-BR" sz="2400" dirty="0"/>
              <a:t> dos Clones das Sombras, criando múltiplas cópias (variáveis) que você pode controlar.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81263" y="1440513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 2. </a:t>
            </a:r>
            <a:r>
              <a:rPr lang="pt-BR" sz="6000" dirty="0" err="1">
                <a:latin typeface="Elephant" panose="02020904090505020303" pitchFamily="18" charset="0"/>
              </a:rPr>
              <a:t>let</a:t>
            </a:r>
            <a:r>
              <a:rPr lang="pt-BR" sz="6000" dirty="0">
                <a:latin typeface="Elephant" panose="02020904090505020303" pitchFamily="18" charset="0"/>
              </a:rPr>
              <a:t> e </a:t>
            </a:r>
            <a:r>
              <a:rPr lang="pt-BR" sz="6000" dirty="0" err="1">
                <a:latin typeface="Elephant" panose="02020904090505020303" pitchFamily="18" charset="0"/>
              </a:rPr>
              <a:t>const</a:t>
            </a:r>
            <a:r>
              <a:rPr lang="pt-BR" sz="6000" dirty="0">
                <a:latin typeface="Elephant" panose="02020904090505020303" pitchFamily="18" charset="0"/>
              </a:rPr>
              <a:t>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81263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Clones das Sombras</a:t>
            </a:r>
            <a:endParaRPr lang="pt-BR" sz="3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9" y="8117558"/>
            <a:ext cx="8703576" cy="1603957"/>
          </a:xfrm>
          <a:prstGeom prst="rect">
            <a:avLst/>
          </a:prstGeom>
        </p:spPr>
      </p:pic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6</a:t>
            </a:fld>
            <a:endParaRPr lang="pt-BR" sz="4000" dirty="0">
              <a:solidFill>
                <a:srgbClr val="CC0000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1" y="10279084"/>
            <a:ext cx="1652534" cy="1447515"/>
          </a:xfrm>
          <a:prstGeom prst="rect">
            <a:avLst/>
          </a:prstGeom>
        </p:spPr>
      </p:pic>
      <p:sp>
        <p:nvSpPr>
          <p:cNvPr id="10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1" name="Estrela de 4 Pontas 10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94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RASENGAN DO CÓDIGO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03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49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81263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Funções são como o </a:t>
            </a:r>
            <a:r>
              <a:rPr lang="pt-BR" sz="2400" dirty="0" err="1"/>
              <a:t>Rasengan</a:t>
            </a:r>
            <a:r>
              <a:rPr lang="pt-BR" sz="2400" dirty="0"/>
              <a:t> de Naruto – concentradas e poderosas, usadas para realizar ações específicas. Elas ajudam a manter o código organizado e reutilizável..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81263" y="1440513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 3. Funções: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81263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err="1">
                <a:latin typeface="+mj-lt"/>
              </a:rPr>
              <a:t>Rasengan</a:t>
            </a:r>
            <a:r>
              <a:rPr lang="pt-BR" sz="3200" b="1" dirty="0">
                <a:latin typeface="+mj-lt"/>
              </a:rPr>
              <a:t> do Código</a:t>
            </a:r>
            <a:endParaRPr lang="pt-BR" sz="32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7503531"/>
            <a:ext cx="8628792" cy="2747375"/>
          </a:xfrm>
          <a:prstGeom prst="rect">
            <a:avLst/>
          </a:prstGeom>
        </p:spPr>
      </p:pic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8</a:t>
            </a:fld>
            <a:endParaRPr lang="pt-BR" sz="4000" dirty="0">
              <a:solidFill>
                <a:srgbClr val="CC0000"/>
              </a:solidFill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1" y="10279084"/>
            <a:ext cx="1652534" cy="1447515"/>
          </a:xfrm>
          <a:prstGeom prst="rect">
            <a:avLst/>
          </a:prstGeom>
        </p:spPr>
      </p:pic>
      <p:sp>
        <p:nvSpPr>
          <p:cNvPr id="12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3" name="Estrela de 4 Pontas 12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72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A FORMAÇÃO INO-SHIKA-CHO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04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6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63556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 err="1"/>
              <a:t>Arrays</a:t>
            </a:r>
            <a:r>
              <a:rPr lang="pt-BR" sz="2400" dirty="0"/>
              <a:t> permitem armazenar múltiplos valores em uma única variável, como a formação de batalha </a:t>
            </a:r>
            <a:r>
              <a:rPr lang="pt-BR" sz="2400" dirty="0" err="1"/>
              <a:t>Ino</a:t>
            </a:r>
            <a:r>
              <a:rPr lang="pt-BR" sz="2400" dirty="0"/>
              <a:t>-</a:t>
            </a:r>
            <a:r>
              <a:rPr lang="pt-BR" sz="2400" dirty="0" err="1"/>
              <a:t>Shika</a:t>
            </a:r>
            <a:r>
              <a:rPr lang="pt-BR" sz="2400" dirty="0"/>
              <a:t>-Cho, onde cada membro desempenha um papel vital.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63556" y="1470441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 4. </a:t>
            </a:r>
            <a:r>
              <a:rPr lang="pt-BR" sz="6000" dirty="0" err="1">
                <a:latin typeface="Elephant" panose="02020904090505020303" pitchFamily="18" charset="0"/>
              </a:rPr>
              <a:t>Arrays</a:t>
            </a:r>
            <a:r>
              <a:rPr lang="pt-BR" sz="6000" dirty="0">
                <a:latin typeface="Elephant" panose="02020904090505020303" pitchFamily="18" charset="0"/>
              </a:rPr>
              <a:t>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63556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A Formação </a:t>
            </a:r>
            <a:r>
              <a:rPr lang="pt-BR" sz="3200" b="1" dirty="0" err="1">
                <a:latin typeface="+mj-lt"/>
              </a:rPr>
              <a:t>Ino</a:t>
            </a:r>
            <a:r>
              <a:rPr lang="pt-BR" sz="3200" b="1" dirty="0">
                <a:latin typeface="+mj-lt"/>
              </a:rPr>
              <a:t>-</a:t>
            </a:r>
            <a:r>
              <a:rPr lang="pt-BR" sz="3200" b="1" dirty="0" err="1">
                <a:latin typeface="+mj-lt"/>
              </a:rPr>
              <a:t>Shika</a:t>
            </a:r>
            <a:r>
              <a:rPr lang="pt-BR" sz="3200" b="1" dirty="0">
                <a:latin typeface="+mj-lt"/>
              </a:rPr>
              <a:t>-Cho</a:t>
            </a:r>
            <a:endParaRPr lang="pt-BR" sz="3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6" y="7787121"/>
            <a:ext cx="8714230" cy="2126900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10</a:t>
            </a:fld>
            <a:endParaRPr lang="pt-BR" sz="4000" dirty="0">
              <a:solidFill>
                <a:srgbClr val="CC0000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1" y="10279084"/>
            <a:ext cx="1652534" cy="1447515"/>
          </a:xfrm>
          <a:prstGeom prst="rect">
            <a:avLst/>
          </a:prstGeom>
        </p:spPr>
      </p:pic>
      <p:sp>
        <p:nvSpPr>
          <p:cNvPr id="11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2" name="Estrela de 4 Pontas 11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90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O PERGAMINHO DO HOKAGE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05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68098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Objetos em JavaScript são como pergaminhos secretos que armazenam informações importantes e organizadas.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68098" y="1470441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5. Objetos: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68098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O Pergaminho do </a:t>
            </a:r>
            <a:r>
              <a:rPr lang="pt-BR" sz="3200" b="1" dirty="0" err="1">
                <a:latin typeface="+mj-lt"/>
              </a:rPr>
              <a:t>Hokage</a:t>
            </a:r>
            <a:endParaRPr lang="pt-BR" sz="3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8" y="7227221"/>
            <a:ext cx="8591979" cy="2398042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12</a:t>
            </a:fld>
            <a:endParaRPr lang="pt-BR" dirty="0">
              <a:solidFill>
                <a:srgbClr val="CC0000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2" y="10279084"/>
            <a:ext cx="1652534" cy="1447515"/>
          </a:xfrm>
          <a:prstGeom prst="rect">
            <a:avLst/>
          </a:prstGeom>
        </p:spPr>
      </p:pic>
      <p:sp>
        <p:nvSpPr>
          <p:cNvPr id="11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2" name="Estrela de 4 Pontas 11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44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O BYAKUGAN DA LÓGICA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06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33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40555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As estruturas condicionais (</a:t>
            </a:r>
            <a:r>
              <a:rPr lang="pt-BR" sz="2400" dirty="0" err="1"/>
              <a:t>if</a:t>
            </a:r>
            <a:r>
              <a:rPr lang="pt-BR" sz="2400" dirty="0"/>
              <a:t>, </a:t>
            </a:r>
            <a:r>
              <a:rPr lang="pt-BR" sz="2400" dirty="0" err="1"/>
              <a:t>else</a:t>
            </a:r>
            <a:r>
              <a:rPr lang="pt-BR" sz="2400" dirty="0"/>
              <a:t>) funcionam como o </a:t>
            </a:r>
            <a:r>
              <a:rPr lang="pt-BR" sz="2400" dirty="0" err="1"/>
              <a:t>Byakugan</a:t>
            </a:r>
            <a:r>
              <a:rPr lang="pt-BR" sz="2400" dirty="0"/>
              <a:t>, ajudando a ver e decidir o fluxo do código com base em condições específicas.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40555" y="1470441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6. Condicionais: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40555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O </a:t>
            </a:r>
            <a:r>
              <a:rPr lang="pt-BR" sz="3200" b="1" dirty="0" err="1">
                <a:latin typeface="+mj-lt"/>
              </a:rPr>
              <a:t>Byakugan</a:t>
            </a:r>
            <a:r>
              <a:rPr lang="pt-BR" sz="3200" b="1" dirty="0">
                <a:latin typeface="+mj-lt"/>
              </a:rPr>
              <a:t> da Lógica</a:t>
            </a:r>
            <a:endParaRPr lang="pt-BR" sz="3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55" y="7825656"/>
            <a:ext cx="8566801" cy="2083862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14</a:t>
            </a:fld>
            <a:endParaRPr lang="pt-BR" dirty="0">
              <a:solidFill>
                <a:srgbClr val="CC0000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14" y="10250904"/>
            <a:ext cx="1652534" cy="1447515"/>
          </a:xfrm>
          <a:prstGeom prst="rect">
            <a:avLst/>
          </a:prstGeom>
        </p:spPr>
      </p:pic>
      <p:sp>
        <p:nvSpPr>
          <p:cNvPr id="11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660478" y="1203980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2" name="Estrela de 4 Pontas 11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14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A CORRIDA DOS NINJAS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07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21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81263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Loops (for, </a:t>
            </a:r>
            <a:r>
              <a:rPr lang="pt-BR" sz="2400" dirty="0" err="1"/>
              <a:t>while</a:t>
            </a:r>
            <a:r>
              <a:rPr lang="pt-BR" sz="2400" dirty="0"/>
              <a:t>) permitem repetir ações várias vezes, como uma corrida infinita de ninjas em treinamento.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81263" y="1470441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7. Loops: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81263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A Corrida dos Ninjas</a:t>
            </a:r>
            <a:endParaRPr lang="pt-BR" sz="32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7621151"/>
            <a:ext cx="8039423" cy="241661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2" y="10279084"/>
            <a:ext cx="1652534" cy="1447515"/>
          </a:xfrm>
          <a:prstGeom prst="rect">
            <a:avLst/>
          </a:prstGeom>
        </p:spPr>
      </p:pic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16</a:t>
            </a:fld>
            <a:endParaRPr lang="pt-BR" sz="4000" dirty="0">
              <a:solidFill>
                <a:srgbClr val="CC0000"/>
              </a:solidFill>
            </a:endParaRPr>
          </a:p>
        </p:txBody>
      </p:sp>
      <p:sp>
        <p:nvSpPr>
          <p:cNvPr id="11" name="Estrela de 4 Pontas 10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31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571" y="681570"/>
            <a:ext cx="8281035" cy="2474384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3571" y="3407833"/>
            <a:ext cx="8281035" cy="8122498"/>
          </a:xfrm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-36512" y="0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6626" y="7809217"/>
            <a:ext cx="87349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smtClean="0">
                <a:solidFill>
                  <a:schemeClr val="bg1"/>
                </a:solidFill>
                <a:latin typeface="Elephant" panose="02020904090505020303" pitchFamily="18" charset="0"/>
              </a:rPr>
              <a:t>REAGINDO COMO UM NINJA SENSORIAL</a:t>
            </a:r>
            <a:endParaRPr lang="pt-BR" sz="72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82425" y="2082992"/>
            <a:ext cx="736332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400" dirty="0" smtClean="0">
                <a:ln>
                  <a:solidFill>
                    <a:srgbClr val="FF0000"/>
                  </a:solidFill>
                </a:ln>
                <a:latin typeface="Elephant" panose="02020904090505020303" pitchFamily="18" charset="0"/>
              </a:rPr>
              <a:t>08</a:t>
            </a:r>
            <a:endParaRPr lang="pt-BR" sz="34400" dirty="0">
              <a:ln>
                <a:solidFill>
                  <a:srgbClr val="FF0000"/>
                </a:solidFill>
              </a:ln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60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72409" y="5590927"/>
            <a:ext cx="5878830" cy="24901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Eventos em JavaScript são como os ninjas sensoriais, reagindo a ações específicas no ambiente, como cliques de botão.</a:t>
            </a:r>
            <a:endParaRPr lang="pt-BR" sz="3200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472409" y="1470441"/>
            <a:ext cx="8013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Elephant" panose="02020904090505020303" pitchFamily="18" charset="0"/>
              </a:rPr>
              <a:t>8. Eventos: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72409" y="3731164"/>
            <a:ext cx="6765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+mj-lt"/>
              </a:rPr>
              <a:t>Reagindo como um Ninja Sensorial</a:t>
            </a:r>
            <a:endParaRPr lang="pt-BR" sz="3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9" y="7585676"/>
            <a:ext cx="8691640" cy="2452087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18</a:t>
            </a:fld>
            <a:endParaRPr lang="pt-BR" sz="4000" dirty="0">
              <a:solidFill>
                <a:srgbClr val="CC0000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82" y="10279084"/>
            <a:ext cx="1652534" cy="1447515"/>
          </a:xfrm>
          <a:prstGeom prst="rect">
            <a:avLst/>
          </a:prstGeom>
        </p:spPr>
      </p:pic>
      <p:sp>
        <p:nvSpPr>
          <p:cNvPr id="11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2419846" y="12067986"/>
            <a:ext cx="3240405" cy="681567"/>
          </a:xfrm>
        </p:spPr>
        <p:txBody>
          <a:bodyPr/>
          <a:lstStyle/>
          <a:p>
            <a:r>
              <a:rPr lang="es-ES" sz="2000" dirty="0" smtClean="0">
                <a:solidFill>
                  <a:srgbClr val="CC0000"/>
                </a:solidFill>
              </a:rPr>
              <a:t>Comandos JavaScript para Ninjas - Erison Felipe</a:t>
            </a:r>
            <a:endParaRPr lang="pt-BR" sz="2000" dirty="0">
              <a:solidFill>
                <a:srgbClr val="CC0000"/>
              </a:solidFill>
            </a:endParaRPr>
          </a:p>
        </p:txBody>
      </p:sp>
      <p:sp>
        <p:nvSpPr>
          <p:cNvPr id="12" name="Estrela de 4 Pontas 11"/>
          <p:cNvSpPr/>
          <p:nvPr/>
        </p:nvSpPr>
        <p:spPr>
          <a:xfrm>
            <a:off x="275087" y="213292"/>
            <a:ext cx="914400" cy="9144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9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8364" y="6437313"/>
            <a:ext cx="5878830" cy="5816600"/>
          </a:xfrm>
        </p:spPr>
        <p:txBody>
          <a:bodyPr/>
          <a:lstStyle/>
          <a:p>
            <a:pPr marL="0" indent="0" algn="ctr">
              <a:buNone/>
            </a:pPr>
            <a:r>
              <a:rPr lang="pt-BR" sz="2400" dirty="0"/>
              <a:t>Dominar JavaScript é como seguir o caminho do ninja – requer prática, paciência e a aplicação das técnicas corretas. Com esses comandos essenciais, você está pronto para se tornar um verdadeiro </a:t>
            </a:r>
            <a:r>
              <a:rPr lang="pt-BR" sz="2400" dirty="0" err="1"/>
              <a:t>Hokage</a:t>
            </a:r>
            <a:r>
              <a:rPr lang="pt-BR" sz="2400" dirty="0"/>
              <a:t> da programação!</a:t>
            </a:r>
            <a:endParaRPr lang="pt-BR" sz="3200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481263" y="1440513"/>
            <a:ext cx="8013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latin typeface="Elephant" panose="02020904090505020303" pitchFamily="18" charset="0"/>
              </a:rPr>
              <a:t>JavaScript</a:t>
            </a:r>
            <a:endParaRPr lang="pt-BR" sz="4000" dirty="0">
              <a:latin typeface="Elephant" panose="02020904090505020303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105259" y="3731164"/>
            <a:ext cx="67650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+mj-lt"/>
              </a:rPr>
              <a:t>Dominando o Sharingan no Caminho do Ninja</a:t>
            </a:r>
            <a:endParaRPr lang="pt-BR" sz="32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066" y="9906906"/>
            <a:ext cx="2679426" cy="2347007"/>
          </a:xfrm>
          <a:prstGeom prst="rect">
            <a:avLst/>
          </a:prstGeom>
        </p:spPr>
      </p:pic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440930" y="11865189"/>
            <a:ext cx="2160270" cy="681567"/>
          </a:xfrm>
        </p:spPr>
        <p:txBody>
          <a:bodyPr/>
          <a:lstStyle/>
          <a:p>
            <a:fld id="{073964CF-BB7F-4547-B110-5EB3288632EC}" type="slidenum">
              <a:rPr lang="pt-BR" sz="4000" smtClean="0">
                <a:solidFill>
                  <a:srgbClr val="CC0000"/>
                </a:solidFill>
              </a:rPr>
              <a:t>19</a:t>
            </a:fld>
            <a:endParaRPr lang="pt-BR" sz="400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93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995680" y="3840480"/>
            <a:ext cx="7858760" cy="7965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0688" tIns="85344" rIns="170688" bIns="853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3360"/>
          </a:p>
        </p:txBody>
      </p:sp>
      <p:sp>
        <p:nvSpPr>
          <p:cNvPr id="5" name="Retângulo 4"/>
          <p:cNvSpPr/>
          <p:nvPr/>
        </p:nvSpPr>
        <p:spPr>
          <a:xfrm>
            <a:off x="124460" y="0"/>
            <a:ext cx="9601200" cy="12801600"/>
          </a:xfrm>
          <a:prstGeom prst="rect">
            <a:avLst/>
          </a:prstGeom>
          <a:solidFill>
            <a:srgbClr val="C60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0688" tIns="85344" rIns="170688" bIns="853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336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221" y="3840480"/>
            <a:ext cx="6189679" cy="54772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CaixaDeTexto 14"/>
          <p:cNvSpPr txBox="1"/>
          <p:nvPr/>
        </p:nvSpPr>
        <p:spPr>
          <a:xfrm flipH="1">
            <a:off x="181050" y="1060681"/>
            <a:ext cx="9488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Conclusão</a:t>
            </a:r>
            <a:endParaRPr lang="pt-BR" sz="7200" b="1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941221" y="3133129"/>
            <a:ext cx="79676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Este </a:t>
            </a:r>
            <a:r>
              <a:rPr lang="pt-BR" sz="2000" b="1" spc="93" dirty="0" err="1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eBook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foi criado com a </a:t>
            </a:r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ajuda 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de </a:t>
            </a:r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uma</a:t>
            </a: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Inteligência Artificial, proporcionando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uma 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experiência única e personalizada para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você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. Boa sorte em sua jornada de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programação 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 que seu código seja sempre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eficiente 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 poderoso como um verdadeiro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ninja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!</a:t>
            </a: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995680" y="7777301"/>
            <a:ext cx="79676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Para mais informações, dúvidas ou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sugestões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, você pode entrar em contato </a:t>
            </a:r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comigo 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através dos seguintes canais</a:t>
            </a:r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:</a:t>
            </a: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 smtClean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Autor: </a:t>
            </a:r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Erison </a:t>
            </a:r>
            <a:r>
              <a:rPr lang="pt-BR" sz="2000" b="1" spc="93" dirty="0" err="1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felipe</a:t>
            </a:r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Contato: </a:t>
            </a:r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erison274@gmail.com </a:t>
            </a: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|https</a:t>
            </a:r>
            <a:r>
              <a:rPr lang="pt-BR" sz="2000" b="1" spc="93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://</a:t>
            </a:r>
            <a:r>
              <a:rPr lang="pt-BR" sz="2000" b="1" spc="93" dirty="0" smtClean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www.linkedin.com/in/erison-felipe</a:t>
            </a: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  <a:p>
            <a:pPr algn="ctr"/>
            <a:endParaRPr lang="pt-BR" sz="2000" b="1" spc="93" dirty="0">
              <a:ln w="9525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66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566</Words>
  <Application>Microsoft Office PowerPoint</Application>
  <PresentationFormat>Papel A3 (297 x 420 mm)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Castellar</vt:lpstr>
      <vt:lpstr>Elephant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Erison Felipe Gomes Da Silva</dc:creator>
  <cp:lastModifiedBy>Erison Felipe Gomes Da Silva</cp:lastModifiedBy>
  <cp:revision>26</cp:revision>
  <dcterms:created xsi:type="dcterms:W3CDTF">2024-05-23T14:29:21Z</dcterms:created>
  <dcterms:modified xsi:type="dcterms:W3CDTF">2024-05-23T22:15:47Z</dcterms:modified>
</cp:coreProperties>
</file>